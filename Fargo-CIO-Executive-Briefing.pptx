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286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Experiment to Enterprise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" y="658368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Fargo: A Trusted Low-Code/No-Code Platform for Enterprise-Scale AI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28600" y="129844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Three phases. Zero shortcuts on trust.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2880" y="1783080"/>
            <a:ext cx="2697480" cy="2743200"/>
          </a:xfrm>
          <a:prstGeom prst="rect">
            <a:avLst/>
          </a:prstGeom>
          <a:solidFill>
            <a:srgbClr val="13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783080"/>
            <a:ext cx="269748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8928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1920240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0040" y="226771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20040" y="247802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with Intent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320040" y="2862072"/>
            <a:ext cx="2423160" cy="0"/>
          </a:xfrm>
          <a:prstGeom prst="line">
            <a:avLst/>
          </a:prstGeom>
          <a:noFill/>
          <a:ln w="9525">
            <a:solidFill>
              <a:srgbClr val="00A896">
                <a:alpha val="5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" y="2953512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workflow designer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guardrails from day one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Right-fit model advisory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040380" y="1783080"/>
            <a:ext cx="2697480" cy="2743200"/>
          </a:xfrm>
          <a:prstGeom prst="rect">
            <a:avLst/>
          </a:prstGeom>
          <a:solidFill>
            <a:srgbClr val="13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040380" y="1783080"/>
            <a:ext cx="2697480" cy="54864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177540" y="18928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4940" y="1920240"/>
            <a:ext cx="347472" cy="34747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177540" y="226771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3177540" y="247802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with Confidence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3177540" y="2862072"/>
            <a:ext cx="2423160" cy="0"/>
          </a:xfrm>
          <a:prstGeom prst="line">
            <a:avLst/>
          </a:prstGeom>
          <a:noFill/>
          <a:ln w="9525">
            <a:solidFill>
              <a:srgbClr val="2176AE">
                <a:alpha val="50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177540" y="2953512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 suites at scale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&amp; red-team testing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scoring &amp; observability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897880" y="1783080"/>
            <a:ext cx="2697480" cy="2743200"/>
          </a:xfrm>
          <a:prstGeom prst="rect">
            <a:avLst/>
          </a:prstGeom>
          <a:solidFill>
            <a:srgbClr val="13204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897880" y="1783080"/>
            <a:ext cx="2697480" cy="54864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035040" y="189280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920240"/>
            <a:ext cx="347472" cy="34747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035040" y="226771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50" dirty="0"/>
          </a:p>
        </p:txBody>
      </p:sp>
      <p:sp>
        <p:nvSpPr>
          <p:cNvPr id="27" name="Text 22"/>
          <p:cNvSpPr/>
          <p:nvPr/>
        </p:nvSpPr>
        <p:spPr>
          <a:xfrm>
            <a:off x="6035040" y="247802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with Governance</a:t>
            </a:r>
            <a:endParaRPr lang="en-US" sz="1500" dirty="0"/>
          </a:p>
        </p:txBody>
      </p:sp>
      <p:sp>
        <p:nvSpPr>
          <p:cNvPr id="28" name="Shape 23"/>
          <p:cNvSpPr/>
          <p:nvPr/>
        </p:nvSpPr>
        <p:spPr>
          <a:xfrm>
            <a:off x="6035040" y="2862072"/>
            <a:ext cx="2423160" cy="0"/>
          </a:xfrm>
          <a:prstGeom prst="line">
            <a:avLst/>
          </a:prstGeom>
          <a:noFill/>
          <a:ln w="9525">
            <a:solidFill>
              <a:srgbClr val="F0C040">
                <a:alpha val="50000"/>
              </a:srgbClr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035040" y="2953512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evaluation logic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regression detection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evidence packages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Intentional Experimentation  ·  Repeatable Validation  ·  Audit-Ready Trust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01168"/>
            <a:ext cx="1051560" cy="2926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0116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28600" y="512064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Experimentation: Build Fast, Trust First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8600" y="1060704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capabilities that turn AI exploration into enterprise-ready agents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01168" y="1481328"/>
            <a:ext cx="2743200" cy="1508760"/>
          </a:xfrm>
          <a:prstGeom prst="rect">
            <a:avLst/>
          </a:prstGeom>
          <a:solidFill>
            <a:srgbClr val="13204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481328"/>
            <a:ext cx="54864" cy="15087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" y="1618488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76656" y="1591056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Router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10896" y="1975104"/>
            <a:ext cx="25420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classifies user intent and routes requests to the right agent — eliminating guesswork and reducing misfire at scale.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058668" y="1481328"/>
            <a:ext cx="2743200" cy="1508760"/>
          </a:xfrm>
          <a:prstGeom prst="rect">
            <a:avLst/>
          </a:prstGeom>
          <a:solidFill>
            <a:srgbClr val="13204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058668" y="1481328"/>
            <a:ext cx="54864" cy="15087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8396" y="1618488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34156" y="1591056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Versioning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168396" y="1975104"/>
            <a:ext cx="25420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is tracked. Compare, roll back, or branch agent configurations — full lineage from prompt to production.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916168" y="1481328"/>
            <a:ext cx="2743200" cy="1508760"/>
          </a:xfrm>
          <a:prstGeom prst="rect">
            <a:avLst/>
          </a:prstGeom>
          <a:solidFill>
            <a:srgbClr val="13204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916168" y="1481328"/>
            <a:ext cx="54864" cy="15087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896" y="1618488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91656" y="1591056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Agent Library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025896" y="1975104"/>
            <a:ext cx="25420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Publish, share, and compose agents across teams. Build once, reuse everywhere — accelerating time-to-value enterprise-wide.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201168" y="3154680"/>
            <a:ext cx="2743200" cy="1508760"/>
          </a:xfrm>
          <a:prstGeom prst="rect">
            <a:avLst/>
          </a:prstGeom>
          <a:solidFill>
            <a:srgbClr val="13204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201168" y="3154680"/>
            <a:ext cx="54864" cy="15087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3291840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76656" y="3264408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Runner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310896" y="3648456"/>
            <a:ext cx="25420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agent variants side-by-side with configurable scoring. Make evidence-based decisions before committing to production.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3058668" y="3154680"/>
            <a:ext cx="2743200" cy="1508760"/>
          </a:xfrm>
          <a:prstGeom prst="rect">
            <a:avLst/>
          </a:prstGeom>
          <a:solidFill>
            <a:srgbClr val="13204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3058668" y="3154680"/>
            <a:ext cx="54864" cy="15087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8396" y="3291840"/>
            <a:ext cx="292608" cy="29260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534156" y="3264408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Locking for Release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3168396" y="3648456"/>
            <a:ext cx="25420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a validated agent version to a release gate. No unintended changes slip through — governance built into the deployment workflow.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5916168" y="3154680"/>
            <a:ext cx="2743200" cy="1508760"/>
          </a:xfrm>
          <a:prstGeom prst="rect">
            <a:avLst/>
          </a:prstGeom>
          <a:solidFill>
            <a:srgbClr val="13204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5916168" y="3154680"/>
            <a:ext cx="54864" cy="15087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5896" y="3291840"/>
            <a:ext cx="292608" cy="29260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391656" y="3264408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Designer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6025896" y="3648456"/>
            <a:ext cx="25420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canvas to compose agents, tools, and data sources. Define guardrails and evaluation criteria before any model runs.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with Intent · Experiment with Evidence · Release with Confidence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Fargo – CIO Executive Briefing</dc:title>
  <dc:subject>PptxGenJS Presentation</dc:subject>
  <dc:creator>PptxGenJS</dc:creator>
  <cp:lastModifiedBy>PptxGenJS</cp:lastModifiedBy>
  <cp:revision>1</cp:revision>
  <dcterms:created xsi:type="dcterms:W3CDTF">2026-04-16T17:16:15Z</dcterms:created>
  <dcterms:modified xsi:type="dcterms:W3CDTF">2026-04-16T17:16:15Z</dcterms:modified>
</cp:coreProperties>
</file>